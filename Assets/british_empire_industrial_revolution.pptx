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Revolution &amp; British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19. und 20. Jahrhundert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Industrielle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Beginn in Großbritannien</a:t>
            </a:r>
          </a:p>
          <a:p>
            <a:r>
              <a:t>Neue Maschinen und Fabriken</a:t>
            </a:r>
          </a:p>
          <a:p>
            <a:r>
              <a:t>Dampfmaschine und Eisenbahn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Großbritannien?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Kohle und Eisen</a:t>
            </a:r>
          </a:p>
          <a:p>
            <a:r>
              <a:t>Kolonialhandel</a:t>
            </a:r>
          </a:p>
          <a:p>
            <a:r>
              <a:t>Politische Stabilität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Britische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Größtes Kolonialreich</a:t>
            </a:r>
          </a:p>
          <a:p>
            <a:r>
              <a:t>Kolonien in Afrika und Asien</a:t>
            </a:r>
          </a:p>
          <a:p>
            <a:r>
              <a:t>Weltweiter Handel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Urbanisierung</a:t>
            </a:r>
          </a:p>
          <a:p>
            <a:r>
              <a:t>Neue soziale Klassen</a:t>
            </a:r>
          </a:p>
          <a:p>
            <a:r>
              <a:t>Globaler Einfluss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Industrie stärkte das Empire</a:t>
            </a:r>
          </a:p>
          <a:p>
            <a:r>
              <a:t>Großbritannien wurde Weltmacht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